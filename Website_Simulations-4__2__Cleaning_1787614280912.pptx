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548640" cy="54864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F0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Website Simulations-4 (2) Cleaning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i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499 rows across 3 columns sit alongside 0 sampled formulas on Brouillon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120640"/>
            <a:ext cx="10698480" cy="36576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349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499 × 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Brouillon rows × columns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5349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182 × 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7680" y="5989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Sections rows × columns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5349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863840" y="5989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Sampled Brouillon formula cells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Brouillon carries the largest content footprint at 499 rows across 3 columns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5338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is vertically organized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2721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Brouillon spans 499 rows in 3 columns, while Website Sections spans 182 rows in 2 columns.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7784" y="2194560"/>
            <a:ext cx="345338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3544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33544" y="338328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 support is absent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33544" y="4114800"/>
            <a:ext cx="2721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inspection found 0 sampled formula cells in Brouillon, so the requested formula enhancement had not yet been performed.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4048" y="2194560"/>
            <a:ext cx="345338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9808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369808" y="338328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Reporting structure is absent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69808" y="4114800"/>
            <a:ext cx="2721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Brouillon reports 0 charts and 0 tables, confirming that the workbook is being used primarily for written content.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INVENTORY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Brouillon concentrates 244 sampled non-empty cells in 3 columns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73152" cy="1920240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5740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Brouillon sampled non-empty cells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across 3 columns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5916" y="182880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5916" y="1828800"/>
            <a:ext cx="73152" cy="1920240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76" y="205740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51676" y="28803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Sections sampled non-empty cells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51676" y="32461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across 2 columns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23360"/>
            <a:ext cx="73152" cy="1920240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5196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Brouillon columns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54406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Narrow, vertically oriented sheet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5916" y="402336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5916" y="4023360"/>
            <a:ext cx="73152" cy="1920240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1676" y="425196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51676" y="50749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Sections columns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51676" y="54406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Narrow, vertically oriented sheet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SHEET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Brouillon spans 499 rows across 3 columns versus 182 rows across 2 columns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27151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271516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BROUILLON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Worksheet size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15468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499 × 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21086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Sampled non-empty cells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14446" y="4251960"/>
            <a:ext cx="2614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754880"/>
            <a:ext cx="21086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Sampled formulas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14446" y="4754880"/>
            <a:ext cx="2614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5916" y="1920240"/>
            <a:ext cx="527151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5916" y="1920240"/>
            <a:ext cx="5271516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0236" y="2240280"/>
            <a:ext cx="4722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WEBSITE SECTIONS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60236" y="2880360"/>
            <a:ext cx="4722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Worksheet size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60236" y="315468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182 × 2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60236" y="4251960"/>
            <a:ext cx="21086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Sampled non-empty cells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68842" y="4251960"/>
            <a:ext cx="2614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60236" y="4754880"/>
            <a:ext cx="21086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or tables reported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68842" y="4754880"/>
            <a:ext cx="2614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Brouillon reports 0 tables, 0 validation rules, 0 conditional-formatting ranges, and 0 merged ranges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 structural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Excel tables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structured table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validation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685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validation rules reported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34472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2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Absent formatting controls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37744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Conditional formatting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conditional-formatting ranges reported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35440" y="2578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3246120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Merged ranges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merged ranges reported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0" y="34472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461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READINESS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Brouillon's inspected sample contains 0 formulas, 0 charts, and 0 tables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73152" cy="1920240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5740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Sampled formula cells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2461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formula enhancement was applied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5916" y="182880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5916" y="1828800"/>
            <a:ext cx="73152" cy="1920240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76" y="205740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51676" y="288036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51676" y="32461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visualization layer reported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023360"/>
            <a:ext cx="73152" cy="1920240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5196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54406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structured Excel table reported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5916" y="402336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5916" y="4023360"/>
            <a:ext cx="73152" cy="1920240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1676" y="4251960"/>
            <a:ext cx="47228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551676" y="507492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4A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Merged ranges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51676" y="54406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merged ranges reported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formulas, 0 charts, and 0 tables leave Brouillon without an analysis layer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5338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workbook is content-led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2721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combination of 499 rows and 3 columns on Brouillon points to a vertically organized written-content workflow.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7784" y="2194560"/>
            <a:ext cx="345338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3544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33544" y="338328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sampled content is concentrated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33544" y="4114800"/>
            <a:ext cx="2721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Brouillon contains 244 sampled non-empty cells, compared with 96 in Website Sections.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4048" y="2194560"/>
            <a:ext cx="3453384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9808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369808" y="3383280"/>
            <a:ext cx="2721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Cleaning is not yet an analytical transformation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69808" y="4114800"/>
            <a:ext cx="2721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461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cleanup or formulas were ultimately applied, and the inspected Brouillon sample contains 0 formulas.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80160"/>
            <a:ext cx="548640" cy="54864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BOTTOM 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2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499 rows of Brouillon content sit outside a 0-formula, 0-chart reporting layer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0F2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the workbook as a content inventory first: map the 499-row Brouillon sheet and the 182-row Website Sections sheet before adding formulas or reporting views.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5852160"/>
            <a:ext cx="10698480" cy="36576"/>
          </a:xfrm>
          <a:prstGeom prst="rect">
            <a:avLst/>
          </a:prstGeom>
          <a:solidFill>
            <a:srgbClr val="C5A55A"/>
          </a:solidFill>
          <a:ln w="12700">
            <a:solidFill>
              <a:srgbClr val="C5A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5A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the chat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Simulations-4 (2) Cleaning</dc:title>
  <dc:subject>PptxGenJS Presentation</dc:subject>
  <dc:creator>Formula Bot</dc:creator>
  <cp:lastModifiedBy>Formula Bot</cp:lastModifiedBy>
  <cp:revision>1</cp:revision>
  <dcterms:created xsi:type="dcterms:W3CDTF">2026-08-24T23:31:20Z</dcterms:created>
  <dcterms:modified xsi:type="dcterms:W3CDTF">2026-08-24T23:31:20Z</dcterms:modified>
</cp:coreProperties>
</file>